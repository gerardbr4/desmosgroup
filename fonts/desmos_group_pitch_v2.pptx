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Desmos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Conectando empresas con su siguiente etapa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Quiénes somos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Firma independiente especializada en adquisición de empresas</a:t>
            </a:r>
          </a:p>
          <a:p>
            <a:pPr/>
            <a:r>
              <a:t>Enfoque en transición empresarial y relevo generacional</a:t>
            </a:r>
          </a:p>
          <a:p>
            <a:pPr/>
            <a:r>
              <a:t>Visión de largo plazo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Acompañamos a empresarios en momentos clave</a:t>
            </a:r>
          </a:p>
          <a:p>
            <a:pPr/>
            <a:r>
              <a:t>Continuidad operativa</a:t>
            </a:r>
          </a:p>
          <a:p>
            <a:pPr/>
            <a:r>
              <a:t>Crecimiento estructurado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hacemos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Adquisición de empresas</a:t>
            </a:r>
          </a:p>
          <a:p>
            <a:pPr/>
            <a:r>
              <a:t>Asesoramiento en M&amp;A</a:t>
            </a:r>
          </a:p>
          <a:p>
            <a:pPr/>
            <a:r>
              <a:t>Estructuración de operaciones</a:t>
            </a:r>
          </a:p>
          <a:p>
            <a:pPr/>
            <a:r>
              <a:t>Enfoque patrimonial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trabajamos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Procesos discretos</a:t>
            </a:r>
          </a:p>
          <a:p>
            <a:pPr/>
            <a:r>
              <a:t>Flexibilidad en estructuras</a:t>
            </a:r>
          </a:p>
          <a:p>
            <a:pPr/>
            <a:r>
              <a:t>Alineación con el empresario</a:t>
            </a:r>
          </a:p>
          <a:p>
            <a:pPr/>
            <a:r>
              <a:t>Horizonte de largo plazo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Empresas participadas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Sister Soft S.L. – Participación mayoritaria (2025)</a:t>
            </a:r>
          </a:p>
          <a:p>
            <a:pPr/>
            <a:r>
              <a:t>Remolques Speedrem – Participación mayoritaria (2026)</a:t>
            </a:r>
          </a:p>
          <a:p>
            <a:pPr/>
            <a:r>
              <a:t>Wallner Group – Adquisición vía reestructuración (2026)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 de operaciones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Empresas rentables y consolidadas</a:t>
            </a:r>
          </a:p>
          <a:p>
            <a:pPr/>
            <a:r>
              <a:t>Situaciones de transición empresarial</a:t>
            </a:r>
          </a:p>
          <a:p>
            <a:pPr/>
            <a:r>
              <a:t>Incorporación de socios</a:t>
            </a:r>
          </a:p>
          <a:p>
            <a:pPr/>
            <a:r>
              <a:t>Estructuras flexibles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Aseguramos continuidad del negocio</a:t>
            </a:r>
          </a:p>
          <a:p>
            <a:pPr/>
            <a:r>
              <a:t>Ejecución rigurosa</a:t>
            </a:r>
          </a:p>
          <a:p>
            <a:pPr/>
            <a:r>
              <a:t>Alineación de intereses</a:t>
            </a:r>
          </a:p>
          <a:p>
            <a:pPr/>
            <a:r>
              <a:t>Visión a largo plazo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Análisis</a:t>
            </a:r>
          </a:p>
          <a:p>
            <a:pPr/>
            <a:r>
              <a:t>Estructuración</a:t>
            </a:r>
          </a:p>
          <a:p>
            <a:pPr/>
            <a:r>
              <a:t>Ejecución</a:t>
            </a:r>
          </a:p>
          <a:p>
            <a:pPr/>
            <a:r>
              <a:t>Acompañamiento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Contacto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Desmos Group</a:t>
            </a:r>
          </a:p>
          <a:p>
            <a:r>
              <a:t>[Nombre]</a:t>
            </a:r>
          </a:p>
          <a:p>
            <a:r>
              <a:t>[Email]</a:t>
            </a:r>
          </a:p>
          <a:p>
            <a:r>
              <a:t>[Teléfono]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